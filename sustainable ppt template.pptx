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82CDA-40B0-43AB-ABDB-FDFCC3A19154}" v="37" dt="2026-03-28T13:30:15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Alkuri" userId="4d0da86ab2923186" providerId="LiveId" clId="{9DB44C82-7751-436F-A700-74E4DC9FB381}"/>
    <pc:docChg chg="undo custSel addSld delSld modSld sldOrd">
      <pc:chgData name="Pooja Alkuri" userId="4d0da86ab2923186" providerId="LiveId" clId="{9DB44C82-7751-436F-A700-74E4DC9FB381}" dt="2026-03-28T13:32:35.620" v="2664" actId="20577"/>
      <pc:docMkLst>
        <pc:docMk/>
      </pc:docMkLst>
      <pc:sldChg chg="addSp delSp modSp mod">
        <pc:chgData name="Pooja Alkuri" userId="4d0da86ab2923186" providerId="LiveId" clId="{9DB44C82-7751-436F-A700-74E4DC9FB381}" dt="2026-03-28T13:24:52.243" v="2428" actId="1076"/>
        <pc:sldMkLst>
          <pc:docMk/>
          <pc:sldMk cId="4204512963" sldId="256"/>
        </pc:sldMkLst>
        <pc:spChg chg="del mod">
          <ac:chgData name="Pooja Alkuri" userId="4d0da86ab2923186" providerId="LiveId" clId="{9DB44C82-7751-436F-A700-74E4DC9FB381}" dt="2026-03-28T13:24:17.064" v="2420" actId="478"/>
          <ac:spMkLst>
            <pc:docMk/>
            <pc:sldMk cId="4204512963" sldId="256"/>
            <ac:spMk id="2" creationId="{AD8C6634-F318-8272-D259-B6ABA72159A9}"/>
          </ac:spMkLst>
        </pc:spChg>
        <pc:spChg chg="mod">
          <ac:chgData name="Pooja Alkuri" userId="4d0da86ab2923186" providerId="LiveId" clId="{9DB44C82-7751-436F-A700-74E4DC9FB381}" dt="2026-03-28T13:24:43.110" v="2426" actId="1076"/>
          <ac:spMkLst>
            <pc:docMk/>
            <pc:sldMk cId="4204512963" sldId="256"/>
            <ac:spMk id="3" creationId="{6DDA9511-7F62-11C5-F58B-73C8DDD33D00}"/>
          </ac:spMkLst>
        </pc:spChg>
        <pc:spChg chg="add del mod">
          <ac:chgData name="Pooja Alkuri" userId="4d0da86ab2923186" providerId="LiveId" clId="{9DB44C82-7751-436F-A700-74E4DC9FB381}" dt="2026-03-27T13:59:35.427" v="120" actId="478"/>
          <ac:spMkLst>
            <pc:docMk/>
            <pc:sldMk cId="4204512963" sldId="256"/>
            <ac:spMk id="8" creationId="{7CDF1390-AC31-436D-F402-30B2FF650A50}"/>
          </ac:spMkLst>
        </pc:spChg>
        <pc:spChg chg="add mod">
          <ac:chgData name="Pooja Alkuri" userId="4d0da86ab2923186" providerId="LiveId" clId="{9DB44C82-7751-436F-A700-74E4DC9FB381}" dt="2026-03-27T14:02:11.733" v="133" actId="164"/>
          <ac:spMkLst>
            <pc:docMk/>
            <pc:sldMk cId="4204512963" sldId="256"/>
            <ac:spMk id="9" creationId="{CE0604D5-26E1-E7A7-B739-54ABA40B0666}"/>
          </ac:spMkLst>
        </pc:spChg>
        <pc:spChg chg="add del mod">
          <ac:chgData name="Pooja Alkuri" userId="4d0da86ab2923186" providerId="LiveId" clId="{9DB44C82-7751-436F-A700-74E4DC9FB381}" dt="2026-03-28T13:24:22.611" v="2421" actId="478"/>
          <ac:spMkLst>
            <pc:docMk/>
            <pc:sldMk cId="4204512963" sldId="256"/>
            <ac:spMk id="10" creationId="{47E277F4-FEE6-1549-CFE7-1CB213E24856}"/>
          </ac:spMkLst>
        </pc:spChg>
        <pc:spChg chg="add mod">
          <ac:chgData name="Pooja Alkuri" userId="4d0da86ab2923186" providerId="LiveId" clId="{9DB44C82-7751-436F-A700-74E4DC9FB381}" dt="2026-03-27T14:02:17.830" v="134" actId="1076"/>
          <ac:spMkLst>
            <pc:docMk/>
            <pc:sldMk cId="4204512963" sldId="256"/>
            <ac:spMk id="10" creationId="{6A4E065E-EC4C-ECD8-4E23-A49E44EA83BC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2" creationId="{5855FEB3-8E20-DB07-3A45-B163BEDD4E92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3" creationId="{FE9B951A-B7C5-103B-A75C-04080B072708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6" creationId="{2529A93E-47CD-369A-BDE9-F8285052E6B4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7" creationId="{F25B500A-8FFC-F500-747A-55220F9069A0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19" creationId="{1924C38F-30FE-4C32-2331-0B689A573952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20" creationId="{FBA4881D-E0D0-4A69-E614-B133950F4D46}"/>
          </ac:spMkLst>
        </pc:spChg>
        <pc:spChg chg="add mod">
          <ac:chgData name="Pooja Alkuri" userId="4d0da86ab2923186" providerId="LiveId" clId="{9DB44C82-7751-436F-A700-74E4DC9FB381}" dt="2026-03-28T13:24:52.243" v="2428" actId="1076"/>
          <ac:spMkLst>
            <pc:docMk/>
            <pc:sldMk cId="4204512963" sldId="256"/>
            <ac:spMk id="23" creationId="{B88942F7-FBA0-0B6E-00AC-3A921D942E65}"/>
          </ac:spMkLst>
        </pc:spChg>
        <pc:grpChg chg="add del mod">
          <ac:chgData name="Pooja Alkuri" userId="4d0da86ab2923186" providerId="LiveId" clId="{9DB44C82-7751-436F-A700-74E4DC9FB381}" dt="2026-03-27T14:05:43.531" v="170" actId="478"/>
          <ac:grpSpMkLst>
            <pc:docMk/>
            <pc:sldMk cId="4204512963" sldId="256"/>
            <ac:grpSpMk id="11" creationId="{CF8E7C50-A710-AB6D-B149-B8A8C3FD4958}"/>
          </ac:grpSpMkLst>
        </pc:grpChg>
        <pc:grpChg chg="add mod">
          <ac:chgData name="Pooja Alkuri" userId="4d0da86ab2923186" providerId="LiveId" clId="{9DB44C82-7751-436F-A700-74E4DC9FB381}" dt="2026-03-27T14:07:49.266" v="190" actId="14100"/>
          <ac:grpSpMkLst>
            <pc:docMk/>
            <pc:sldMk cId="4204512963" sldId="256"/>
            <ac:grpSpMk id="14" creationId="{C0CD93BE-C73B-2496-A35E-BB03A8CCF1FB}"/>
          </ac:grpSpMkLst>
        </pc:grpChg>
        <pc:grpChg chg="add del mod">
          <ac:chgData name="Pooja Alkuri" userId="4d0da86ab2923186" providerId="LiveId" clId="{9DB44C82-7751-436F-A700-74E4DC9FB381}" dt="2026-03-27T14:07:56.907" v="191" actId="478"/>
          <ac:grpSpMkLst>
            <pc:docMk/>
            <pc:sldMk cId="4204512963" sldId="256"/>
            <ac:grpSpMk id="15" creationId="{774FC059-6C82-A9FE-EF9C-8679150CBBF0}"/>
          </ac:grpSpMkLst>
        </pc:grpChg>
        <pc:grpChg chg="add mod">
          <ac:chgData name="Pooja Alkuri" userId="4d0da86ab2923186" providerId="LiveId" clId="{9DB44C82-7751-436F-A700-74E4DC9FB381}" dt="2026-03-27T14:08:08.977" v="195" actId="1076"/>
          <ac:grpSpMkLst>
            <pc:docMk/>
            <pc:sldMk cId="4204512963" sldId="256"/>
            <ac:grpSpMk id="18" creationId="{BDFB7ED9-8FEA-68C2-1581-2AD4D48C8EA1}"/>
          </ac:grpSpMkLst>
        </pc:grpChg>
        <pc:graphicFrameChg chg="add del mod">
          <ac:chgData name="Pooja Alkuri" userId="4d0da86ab2923186" providerId="LiveId" clId="{9DB44C82-7751-436F-A700-74E4DC9FB381}" dt="2026-03-27T14:08:50.740" v="198" actId="478"/>
          <ac:graphicFrameMkLst>
            <pc:docMk/>
            <pc:sldMk cId="4204512963" sldId="256"/>
            <ac:graphicFrameMk id="21" creationId="{246457A2-A617-8F06-1144-0D6CD8C07D89}"/>
          </ac:graphicFrameMkLst>
        </pc:graphicFrameChg>
        <pc:graphicFrameChg chg="add mod modGraphic">
          <ac:chgData name="Pooja Alkuri" userId="4d0da86ab2923186" providerId="LiveId" clId="{9DB44C82-7751-436F-A700-74E4DC9FB381}" dt="2026-03-28T13:24:47.788" v="2427" actId="1076"/>
          <ac:graphicFrameMkLst>
            <pc:docMk/>
            <pc:sldMk cId="4204512963" sldId="256"/>
            <ac:graphicFrameMk id="22" creationId="{78BE5405-2BA7-EE98-A3B5-48B3659359C9}"/>
          </ac:graphicFrameMkLst>
        </pc:graphicFrameChg>
        <pc:picChg chg="add mod">
          <ac:chgData name="Pooja Alkuri" userId="4d0da86ab2923186" providerId="LiveId" clId="{9DB44C82-7751-436F-A700-74E4DC9FB381}" dt="2026-03-28T13:13:37.889" v="2075" actId="1076"/>
          <ac:picMkLst>
            <pc:docMk/>
            <pc:sldMk cId="4204512963" sldId="256"/>
            <ac:picMk id="5" creationId="{80F932DB-7255-B8BF-5BA9-0B5E1851A1C8}"/>
          </ac:picMkLst>
        </pc:picChg>
        <pc:picChg chg="add del mod modCrop">
          <ac:chgData name="Pooja Alkuri" userId="4d0da86ab2923186" providerId="LiveId" clId="{9DB44C82-7751-436F-A700-74E4DC9FB381}" dt="2026-03-27T13:51:37.978" v="13" actId="478"/>
          <ac:picMkLst>
            <pc:docMk/>
            <pc:sldMk cId="4204512963" sldId="256"/>
            <ac:picMk id="5" creationId="{F51B64DE-405B-494C-0BC0-08AEF0328FBB}"/>
          </ac:picMkLst>
        </pc:picChg>
        <pc:picChg chg="add del mod">
          <ac:chgData name="Pooja Alkuri" userId="4d0da86ab2923186" providerId="LiveId" clId="{9DB44C82-7751-436F-A700-74E4DC9FB381}" dt="2026-03-28T13:13:28.864" v="2073" actId="1076"/>
          <ac:picMkLst>
            <pc:docMk/>
            <pc:sldMk cId="4204512963" sldId="256"/>
            <ac:picMk id="6" creationId="{379E576A-21C3-EEED-44AC-756410C252DE}"/>
          </ac:picMkLst>
        </pc:picChg>
        <pc:picChg chg="add del mod">
          <ac:chgData name="Pooja Alkuri" userId="4d0da86ab2923186" providerId="LiveId" clId="{9DB44C82-7751-436F-A700-74E4DC9FB381}" dt="2026-03-27T13:51:36.494" v="12" actId="478"/>
          <ac:picMkLst>
            <pc:docMk/>
            <pc:sldMk cId="4204512963" sldId="256"/>
            <ac:picMk id="7" creationId="{B630BAC9-C2BE-72B9-1A6F-40CF6346D37A}"/>
          </ac:picMkLst>
        </pc:picChg>
        <pc:picChg chg="add del mod">
          <ac:chgData name="Pooja Alkuri" userId="4d0da86ab2923186" providerId="LiveId" clId="{9DB44C82-7751-436F-A700-74E4DC9FB381}" dt="2026-03-28T13:13:21.048" v="2071" actId="1076"/>
          <ac:picMkLst>
            <pc:docMk/>
            <pc:sldMk cId="4204512963" sldId="256"/>
            <ac:picMk id="8" creationId="{45B51CA3-662E-5D68-3C56-43F13EE7E00B}"/>
          </ac:picMkLst>
        </pc:picChg>
      </pc:sldChg>
      <pc:sldChg chg="addSp delSp modSp new mod">
        <pc:chgData name="Pooja Alkuri" userId="4d0da86ab2923186" providerId="LiveId" clId="{9DB44C82-7751-436F-A700-74E4DC9FB381}" dt="2026-03-28T13:26:08.777" v="2443" actId="1076"/>
        <pc:sldMkLst>
          <pc:docMk/>
          <pc:sldMk cId="2742753319" sldId="257"/>
        </pc:sldMkLst>
        <pc:spChg chg="mod">
          <ac:chgData name="Pooja Alkuri" userId="4d0da86ab2923186" providerId="LiveId" clId="{9DB44C82-7751-436F-A700-74E4DC9FB381}" dt="2026-03-28T13:26:08.777" v="2443" actId="1076"/>
          <ac:spMkLst>
            <pc:docMk/>
            <pc:sldMk cId="2742753319" sldId="257"/>
            <ac:spMk id="2" creationId="{40D0281F-6A95-9BE7-2CA3-330F94D1FE47}"/>
          </ac:spMkLst>
        </pc:spChg>
        <pc:spChg chg="mod">
          <ac:chgData name="Pooja Alkuri" userId="4d0da86ab2923186" providerId="LiveId" clId="{9DB44C82-7751-436F-A700-74E4DC9FB381}" dt="2026-03-27T14:27:32.088" v="488" actId="20577"/>
          <ac:spMkLst>
            <pc:docMk/>
            <pc:sldMk cId="2742753319" sldId="257"/>
            <ac:spMk id="3" creationId="{E166690A-AE08-D29E-8ADC-15F92778C433}"/>
          </ac:spMkLst>
        </pc:spChg>
        <pc:spChg chg="add mod">
          <ac:chgData name="Pooja Alkuri" userId="4d0da86ab2923186" providerId="LiveId" clId="{9DB44C82-7751-436F-A700-74E4DC9FB381}" dt="2026-03-27T14:16:11.628" v="405" actId="208"/>
          <ac:spMkLst>
            <pc:docMk/>
            <pc:sldMk cId="2742753319" sldId="257"/>
            <ac:spMk id="4" creationId="{A294613C-2FB3-8FA8-26F3-57FD7648F2CC}"/>
          </ac:spMkLst>
        </pc:spChg>
        <pc:spChg chg="add del">
          <ac:chgData name="Pooja Alkuri" userId="4d0da86ab2923186" providerId="LiveId" clId="{9DB44C82-7751-436F-A700-74E4DC9FB381}" dt="2026-03-28T13:15:56.976" v="2077" actId="22"/>
          <ac:spMkLst>
            <pc:docMk/>
            <pc:sldMk cId="2742753319" sldId="257"/>
            <ac:spMk id="6" creationId="{E4E073A2-6395-40B2-EF50-6595409F3026}"/>
          </ac:spMkLst>
        </pc:spChg>
        <pc:spChg chg="add del">
          <ac:chgData name="Pooja Alkuri" userId="4d0da86ab2923186" providerId="LiveId" clId="{9DB44C82-7751-436F-A700-74E4DC9FB381}" dt="2026-03-28T13:16:00.401" v="2079" actId="22"/>
          <ac:spMkLst>
            <pc:docMk/>
            <pc:sldMk cId="2742753319" sldId="257"/>
            <ac:spMk id="8" creationId="{205888CA-9731-702A-DB18-0E1674ABC6F4}"/>
          </ac:spMkLst>
        </pc:spChg>
        <pc:spChg chg="add mod">
          <ac:chgData name="Pooja Alkuri" userId="4d0da86ab2923186" providerId="LiveId" clId="{9DB44C82-7751-436F-A700-74E4DC9FB381}" dt="2026-03-28T13:25:50.081" v="2442" actId="1076"/>
          <ac:spMkLst>
            <pc:docMk/>
            <pc:sldMk cId="2742753319" sldId="257"/>
            <ac:spMk id="11" creationId="{872B1F32-441A-FAF6-BB6C-AFC4880E58F7}"/>
          </ac:spMkLst>
        </pc:spChg>
        <pc:picChg chg="add del mod">
          <ac:chgData name="Pooja Alkuri" userId="4d0da86ab2923186" providerId="LiveId" clId="{9DB44C82-7751-436F-A700-74E4DC9FB381}" dt="2026-03-28T13:18:03.959" v="2092" actId="22"/>
          <ac:picMkLst>
            <pc:docMk/>
            <pc:sldMk cId="2742753319" sldId="257"/>
            <ac:picMk id="10" creationId="{6E9DB622-0066-C6CA-E0CE-D7DF48D8887C}"/>
          </ac:picMkLst>
        </pc:picChg>
      </pc:sldChg>
      <pc:sldChg chg="addSp delSp modSp add mod">
        <pc:chgData name="Pooja Alkuri" userId="4d0da86ab2923186" providerId="LiveId" clId="{9DB44C82-7751-436F-A700-74E4DC9FB381}" dt="2026-03-27T14:30:26.876" v="558" actId="5793"/>
        <pc:sldMkLst>
          <pc:docMk/>
          <pc:sldMk cId="489140994" sldId="258"/>
        </pc:sldMkLst>
        <pc:spChg chg="mod">
          <ac:chgData name="Pooja Alkuri" userId="4d0da86ab2923186" providerId="LiveId" clId="{9DB44C82-7751-436F-A700-74E4DC9FB381}" dt="2026-03-27T14:29:21.384" v="491" actId="2711"/>
          <ac:spMkLst>
            <pc:docMk/>
            <pc:sldMk cId="489140994" sldId="258"/>
            <ac:spMk id="2" creationId="{F791BF56-A0BD-A31C-6AA0-8B16BA26FB01}"/>
          </ac:spMkLst>
        </pc:spChg>
        <pc:spChg chg="mod">
          <ac:chgData name="Pooja Alkuri" userId="4d0da86ab2923186" providerId="LiveId" clId="{9DB44C82-7751-436F-A700-74E4DC9FB381}" dt="2026-03-27T14:30:26.876" v="558" actId="5793"/>
          <ac:spMkLst>
            <pc:docMk/>
            <pc:sldMk cId="489140994" sldId="258"/>
            <ac:spMk id="3" creationId="{A5700324-CADA-EF6E-C935-AB0BA766F5AB}"/>
          </ac:spMkLst>
        </pc:spChg>
        <pc:spChg chg="add del mod">
          <ac:chgData name="Pooja Alkuri" userId="4d0da86ab2923186" providerId="LiveId" clId="{9DB44C82-7751-436F-A700-74E4DC9FB381}" dt="2026-03-27T14:30:16.368" v="555" actId="478"/>
          <ac:spMkLst>
            <pc:docMk/>
            <pc:sldMk cId="489140994" sldId="258"/>
            <ac:spMk id="5" creationId="{781F08AA-39F8-6A3E-618E-5F346B7D0DB2}"/>
          </ac:spMkLst>
        </pc:spChg>
      </pc:sldChg>
      <pc:sldChg chg="modSp add mod">
        <pc:chgData name="Pooja Alkuri" userId="4d0da86ab2923186" providerId="LiveId" clId="{9DB44C82-7751-436F-A700-74E4DC9FB381}" dt="2026-03-27T14:33:06.828" v="652" actId="20577"/>
        <pc:sldMkLst>
          <pc:docMk/>
          <pc:sldMk cId="434762166" sldId="259"/>
        </pc:sldMkLst>
        <pc:spChg chg="mod">
          <ac:chgData name="Pooja Alkuri" userId="4d0da86ab2923186" providerId="LiveId" clId="{9DB44C82-7751-436F-A700-74E4DC9FB381}" dt="2026-03-27T14:32:29.556" v="588" actId="20577"/>
          <ac:spMkLst>
            <pc:docMk/>
            <pc:sldMk cId="434762166" sldId="259"/>
            <ac:spMk id="2" creationId="{A3EC1B9B-802E-4142-25E4-42D521C47A30}"/>
          </ac:spMkLst>
        </pc:spChg>
        <pc:spChg chg="mod">
          <ac:chgData name="Pooja Alkuri" userId="4d0da86ab2923186" providerId="LiveId" clId="{9DB44C82-7751-436F-A700-74E4DC9FB381}" dt="2026-03-27T14:33:06.828" v="652" actId="20577"/>
          <ac:spMkLst>
            <pc:docMk/>
            <pc:sldMk cId="434762166" sldId="259"/>
            <ac:spMk id="3" creationId="{B527B22D-7EB4-9CB0-A5F0-E0C456473448}"/>
          </ac:spMkLst>
        </pc:spChg>
      </pc:sldChg>
      <pc:sldChg chg="modSp add mod">
        <pc:chgData name="Pooja Alkuri" userId="4d0da86ab2923186" providerId="LiveId" clId="{9DB44C82-7751-436F-A700-74E4DC9FB381}" dt="2026-03-28T13:28:38.229" v="2492" actId="20577"/>
        <pc:sldMkLst>
          <pc:docMk/>
          <pc:sldMk cId="1114307582" sldId="260"/>
        </pc:sldMkLst>
        <pc:spChg chg="mod">
          <ac:chgData name="Pooja Alkuri" userId="4d0da86ab2923186" providerId="LiveId" clId="{9DB44C82-7751-436F-A700-74E4DC9FB381}" dt="2026-03-27T14:34:43.464" v="658" actId="113"/>
          <ac:spMkLst>
            <pc:docMk/>
            <pc:sldMk cId="1114307582" sldId="260"/>
            <ac:spMk id="2" creationId="{88A2C358-93D3-1CF6-FC27-E1B9AFB9E477}"/>
          </ac:spMkLst>
        </pc:spChg>
        <pc:spChg chg="mod">
          <ac:chgData name="Pooja Alkuri" userId="4d0da86ab2923186" providerId="LiveId" clId="{9DB44C82-7751-436F-A700-74E4DC9FB381}" dt="2026-03-28T13:28:38.229" v="2492" actId="20577"/>
          <ac:spMkLst>
            <pc:docMk/>
            <pc:sldMk cId="1114307582" sldId="260"/>
            <ac:spMk id="3" creationId="{9029118F-F649-3036-152B-61BC140A3A61}"/>
          </ac:spMkLst>
        </pc:spChg>
      </pc:sldChg>
      <pc:sldChg chg="modSp add mod">
        <pc:chgData name="Pooja Alkuri" userId="4d0da86ab2923186" providerId="LiveId" clId="{9DB44C82-7751-436F-A700-74E4DC9FB381}" dt="2026-03-27T14:39:12.966" v="831" actId="20577"/>
        <pc:sldMkLst>
          <pc:docMk/>
          <pc:sldMk cId="1364335801" sldId="261"/>
        </pc:sldMkLst>
        <pc:spChg chg="mod">
          <ac:chgData name="Pooja Alkuri" userId="4d0da86ab2923186" providerId="LiveId" clId="{9DB44C82-7751-436F-A700-74E4DC9FB381}" dt="2026-03-27T14:38:21.360" v="752" actId="113"/>
          <ac:spMkLst>
            <pc:docMk/>
            <pc:sldMk cId="1364335801" sldId="261"/>
            <ac:spMk id="2" creationId="{D8A00717-743B-3263-DBD0-7FA90B2B0A9B}"/>
          </ac:spMkLst>
        </pc:spChg>
        <pc:spChg chg="mod">
          <ac:chgData name="Pooja Alkuri" userId="4d0da86ab2923186" providerId="LiveId" clId="{9DB44C82-7751-436F-A700-74E4DC9FB381}" dt="2026-03-27T14:39:12.966" v="831" actId="20577"/>
          <ac:spMkLst>
            <pc:docMk/>
            <pc:sldMk cId="1364335801" sldId="261"/>
            <ac:spMk id="3" creationId="{7B0F6993-1F50-5743-BA74-331B925BA574}"/>
          </ac:spMkLst>
        </pc:spChg>
      </pc:sldChg>
      <pc:sldChg chg="add del">
        <pc:chgData name="Pooja Alkuri" userId="4d0da86ab2923186" providerId="LiveId" clId="{9DB44C82-7751-436F-A700-74E4DC9FB381}" dt="2026-03-27T14:34:27.918" v="655" actId="47"/>
        <pc:sldMkLst>
          <pc:docMk/>
          <pc:sldMk cId="1855924385" sldId="261"/>
        </pc:sldMkLst>
      </pc:sldChg>
      <pc:sldChg chg="addSp modSp add mod ord">
        <pc:chgData name="Pooja Alkuri" userId="4d0da86ab2923186" providerId="LiveId" clId="{9DB44C82-7751-436F-A700-74E4DC9FB381}" dt="2026-03-28T13:23:59.203" v="2419" actId="20577"/>
        <pc:sldMkLst>
          <pc:docMk/>
          <pc:sldMk cId="4253794945" sldId="262"/>
        </pc:sldMkLst>
        <pc:spChg chg="mod">
          <ac:chgData name="Pooja Alkuri" userId="4d0da86ab2923186" providerId="LiveId" clId="{9DB44C82-7751-436F-A700-74E4DC9FB381}" dt="2026-03-27T14:41:59.843" v="916" actId="255"/>
          <ac:spMkLst>
            <pc:docMk/>
            <pc:sldMk cId="4253794945" sldId="262"/>
            <ac:spMk id="2" creationId="{B4FD9F22-B477-4C2D-838F-F02A17CF1642}"/>
          </ac:spMkLst>
        </pc:spChg>
        <pc:spChg chg="mod">
          <ac:chgData name="Pooja Alkuri" userId="4d0da86ab2923186" providerId="LiveId" clId="{9DB44C82-7751-436F-A700-74E4DC9FB381}" dt="2026-03-28T13:23:59.203" v="2419" actId="20577"/>
          <ac:spMkLst>
            <pc:docMk/>
            <pc:sldMk cId="4253794945" sldId="262"/>
            <ac:spMk id="3" creationId="{F4EB0634-E449-8F90-A8AB-BCC2125687B2}"/>
          </ac:spMkLst>
        </pc:spChg>
        <pc:picChg chg="add mod">
          <ac:chgData name="Pooja Alkuri" userId="4d0da86ab2923186" providerId="LiveId" clId="{9DB44C82-7751-436F-A700-74E4DC9FB381}" dt="2026-03-28T13:17:52.779" v="2086"/>
          <ac:picMkLst>
            <pc:docMk/>
            <pc:sldMk cId="4253794945" sldId="262"/>
            <ac:picMk id="5" creationId="{41F3341A-ACF5-24AA-E122-788565AB5A5F}"/>
          </ac:picMkLst>
        </pc:picChg>
      </pc:sldChg>
      <pc:sldChg chg="add del">
        <pc:chgData name="Pooja Alkuri" userId="4d0da86ab2923186" providerId="LiveId" clId="{9DB44C82-7751-436F-A700-74E4DC9FB381}" dt="2026-03-27T14:40:05.255" v="834" actId="47"/>
        <pc:sldMkLst>
          <pc:docMk/>
          <pc:sldMk cId="1750688247" sldId="263"/>
        </pc:sldMkLst>
      </pc:sldChg>
      <pc:sldChg chg="modSp add mod ord">
        <pc:chgData name="Pooja Alkuri" userId="4d0da86ab2923186" providerId="LiveId" clId="{9DB44C82-7751-436F-A700-74E4DC9FB381}" dt="2026-03-28T13:32:35.620" v="2664" actId="20577"/>
        <pc:sldMkLst>
          <pc:docMk/>
          <pc:sldMk cId="3820689868" sldId="263"/>
        </pc:sldMkLst>
        <pc:spChg chg="mod">
          <ac:chgData name="Pooja Alkuri" userId="4d0da86ab2923186" providerId="LiveId" clId="{9DB44C82-7751-436F-A700-74E4DC9FB381}" dt="2026-03-28T13:30:35.877" v="2514" actId="20577"/>
          <ac:spMkLst>
            <pc:docMk/>
            <pc:sldMk cId="3820689868" sldId="263"/>
            <ac:spMk id="2" creationId="{81E16C3C-2DB7-53F0-DCC5-2C186B0651F9}"/>
          </ac:spMkLst>
        </pc:spChg>
        <pc:spChg chg="mod">
          <ac:chgData name="Pooja Alkuri" userId="4d0da86ab2923186" providerId="LiveId" clId="{9DB44C82-7751-436F-A700-74E4DC9FB381}" dt="2026-03-28T13:32:35.620" v="2664" actId="20577"/>
          <ac:spMkLst>
            <pc:docMk/>
            <pc:sldMk cId="3820689868" sldId="263"/>
            <ac:spMk id="3" creationId="{42F30B3E-E59B-C8DE-BC1C-6F74D11AB6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093-68FD-C58E-7DC5-9718141F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306D-4798-1E6F-BAE8-06CB8B331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53A0-2620-0F90-6554-A5DC092D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AF96-5614-548B-DC79-465E5121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BC2C-FD0F-679A-1419-DBE31C0B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4BDE-B9FF-C99D-8316-53DF5044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A066-6487-4C0C-AE43-4AB93BE3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7840-8B30-ECA8-A720-D689A5B9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EF94-1E04-3C79-FF70-3CC7DBF3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E51A-6E0F-B80F-D1E6-A36EDA3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1B3D-2A1E-3BC2-3757-9914B93C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1F80F-4F66-7657-244E-4CC1011A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BBF44-DE18-3833-7873-BE1B99ED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C201-4846-158C-8900-2EB0FB6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E0A1F-6524-5B20-C5C7-EB00B2A0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BB58-DD57-AA96-4298-0A37EB87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B9F0-FC10-D6F8-248C-E2342D634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A845B-EFDD-C0D2-FBEA-3F76831B5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C27AA-BD40-1B90-B7DC-17A9ED5D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07D9-D410-5996-19AD-E9650666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FABA-9632-6E7B-7407-6D87D998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7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03C5-1CEE-1853-F9EB-63E867EB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0EB7E-AD7A-25D9-4E79-FEBC3BE31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06B69-3EF1-89D6-60B1-4E9ACFAE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73FC0-B02D-2C7A-0700-6FF345111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7D85F-FAFA-F1E4-58E5-47139994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E39C3-E853-9845-C348-817F8C42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9DD49-9210-4A4B-2A2D-23C87D59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776FE-F01C-70EC-1CB9-F847BA7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1A93-5B81-3EA0-E514-24099D0D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25DE2-32B2-A414-9E2F-A7641E2F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9E98A-6091-7E25-66E2-7B49F93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18BCD-586B-5A07-4452-393FBAC6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3AC23-FE03-B162-9547-4A01159D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9361-F017-2A07-C24F-7B69E311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3EE1-6CFA-9C33-63D4-E573D2FD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8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50ED-AFFF-AE4F-8F3E-5324C2D0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8E62-69AE-F329-5D41-F3637976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5FE86-DD41-31B6-30FE-DC4FED33E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6132-0D36-5AA7-8727-4546CFC5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BF374-DAD3-BEA8-3281-371A0051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E5B14-209D-FF38-207A-02DAF9F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9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59ED-F3CF-AC3B-0BDF-F2386C5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63EC6-7F9A-2F09-504A-765BC1067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3A3F8-90A4-B413-50FF-838DFAC3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835D6-AAAC-EDDB-07B0-016DCD92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C0050-EEAE-94D3-59F9-909B96C9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5896-BF35-1768-308B-B53CBDAD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E1DF-CFB7-5118-7AAE-F8768C6B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AE1EF-B1B8-2F05-429E-C633DFDD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95ED-A8CC-7B08-6D70-793655AF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C4F-AB0C-5A8D-4F5B-BBD15773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EB76-A06E-D05A-B1AA-1E4569CE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8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AEF4D-9DAE-AA9F-2A46-BBABB5B9A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084AD-4131-14DB-B5D3-327652D9E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704A-25EC-4E1A-7828-50D74DC1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8971-0CB7-C530-71B2-EF6B770D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7920-75D1-C4F1-24BE-24507F9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9D9FE-FF10-15C8-E286-C505A28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64B-D40A-7481-52FA-6AC905D5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E973-DCB9-B4C8-AD5D-9F15C401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EB7-DA4B-450B-9A47-9F5BFAF8F27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E54D-5582-108B-52C8-1435B462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1AB12-DE8B-D390-74CF-96AE62C66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DA9511-7F62-11C5-F58B-73C8DDD3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911" y="1596787"/>
            <a:ext cx="3866147" cy="49329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b="1" dirty="0"/>
              <a:t>Team Name: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D93BE-C73B-2496-A35E-BB03A8CCF1FB}"/>
              </a:ext>
            </a:extLst>
          </p:cNvPr>
          <p:cNvGrpSpPr/>
          <p:nvPr/>
        </p:nvGrpSpPr>
        <p:grpSpPr>
          <a:xfrm>
            <a:off x="0" y="-1"/>
            <a:ext cx="1408497" cy="2618073"/>
            <a:chOff x="0" y="-1"/>
            <a:chExt cx="2011680" cy="3195587"/>
          </a:xfrm>
        </p:grpSpPr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5855FEB3-8E20-DB07-3A45-B163BEDD4E9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E9B951A-B7C5-103B-A75C-04080B072708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B7ED9-8FEA-68C2-1581-2AD4D48C8EA1}"/>
              </a:ext>
            </a:extLst>
          </p:cNvPr>
          <p:cNvGrpSpPr/>
          <p:nvPr/>
        </p:nvGrpSpPr>
        <p:grpSpPr>
          <a:xfrm rot="10800000">
            <a:off x="10783503" y="4239927"/>
            <a:ext cx="1408497" cy="2618073"/>
            <a:chOff x="0" y="-1"/>
            <a:chExt cx="2011680" cy="3195587"/>
          </a:xfrm>
        </p:grpSpPr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1924C38F-30FE-4C32-2331-0B689A57395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BA4881D-E0D0-4A69-E614-B133950F4D46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BE5405-2BA7-EE98-A3B5-48B365935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65688"/>
              </p:ext>
            </p:extLst>
          </p:nvPr>
        </p:nvGraphicFramePr>
        <p:xfrm>
          <a:off x="1337911" y="2062008"/>
          <a:ext cx="9516177" cy="2885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61">
                  <a:extLst>
                    <a:ext uri="{9D8B030D-6E8A-4147-A177-3AD203B41FA5}">
                      <a16:colId xmlns:a16="http://schemas.microsoft.com/office/drawing/2014/main" val="851999733"/>
                    </a:ext>
                  </a:extLst>
                </a:gridCol>
                <a:gridCol w="1866713">
                  <a:extLst>
                    <a:ext uri="{9D8B030D-6E8A-4147-A177-3AD203B41FA5}">
                      <a16:colId xmlns:a16="http://schemas.microsoft.com/office/drawing/2014/main" val="1992405959"/>
                    </a:ext>
                  </a:extLst>
                </a:gridCol>
                <a:gridCol w="4494312">
                  <a:extLst>
                    <a:ext uri="{9D8B030D-6E8A-4147-A177-3AD203B41FA5}">
                      <a16:colId xmlns:a16="http://schemas.microsoft.com/office/drawing/2014/main" val="3188398021"/>
                    </a:ext>
                  </a:extLst>
                </a:gridCol>
                <a:gridCol w="2093291">
                  <a:extLst>
                    <a:ext uri="{9D8B030D-6E8A-4147-A177-3AD203B41FA5}">
                      <a16:colId xmlns:a16="http://schemas.microsoft.com/office/drawing/2014/main" val="3912376789"/>
                    </a:ext>
                  </a:extLst>
                </a:gridCol>
              </a:tblGrid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ACADEMIC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825990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50124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046448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538865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66071"/>
                  </a:ext>
                </a:extLst>
              </a:tr>
            </a:tbl>
          </a:graphicData>
        </a:graphic>
      </p:graphicFrame>
      <p:sp>
        <p:nvSpPr>
          <p:cNvPr id="23" name="Subtitle 2">
            <a:extLst>
              <a:ext uri="{FF2B5EF4-FFF2-40B4-BE49-F238E27FC236}">
                <a16:creationId xmlns:a16="http://schemas.microsoft.com/office/drawing/2014/main" id="{B88942F7-FBA0-0B6E-00AC-3A921D942E65}"/>
              </a:ext>
            </a:extLst>
          </p:cNvPr>
          <p:cNvSpPr txBox="1">
            <a:spLocks/>
          </p:cNvSpPr>
          <p:nvPr/>
        </p:nvSpPr>
        <p:spPr>
          <a:xfrm>
            <a:off x="1523999" y="5143362"/>
            <a:ext cx="9144000" cy="941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&lt;College Name&gt;</a:t>
            </a:r>
          </a:p>
          <a:p>
            <a:r>
              <a:rPr lang="en-US" sz="2800" dirty="0"/>
              <a:t>&lt;Team Lead Email ID&gt;</a:t>
            </a:r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E576A-21C3-EEED-44AC-756410C25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98" y="34866"/>
            <a:ext cx="859217" cy="803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B51CA3-662E-5D68-3C56-43F13EE7E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21" y="105607"/>
            <a:ext cx="1185269" cy="605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0D1CF-13CA-103E-D86E-74A429436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6554" y="-1"/>
            <a:ext cx="901665" cy="8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1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8886-658F-35EE-AFF6-2AD4349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9F22-B477-4C2D-838F-F02A17CF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+mn-lt"/>
              </a:rPr>
              <a:t>Guidelines (This slide is to be discarded before submission)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B0634-E449-8F90-A8AB-BCC21256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609344"/>
            <a:ext cx="11059426" cy="488353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600" b="1" dirty="0"/>
              <a:t>Team Details: </a:t>
            </a:r>
            <a:r>
              <a:rPr lang="en-US" sz="1600" dirty="0"/>
              <a:t>Each team must consist of 3-4 members (Include all member details on the first slide).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Format: </a:t>
            </a:r>
            <a:r>
              <a:rPr lang="en-US" sz="1600" dirty="0"/>
              <a:t>PDF Only (File Name Format: </a:t>
            </a:r>
            <a:r>
              <a:rPr lang="en-US" sz="1600" dirty="0">
                <a:solidFill>
                  <a:srgbClr val="0070C0"/>
                </a:solidFill>
              </a:rPr>
              <a:t>TeamName.pdf</a:t>
            </a:r>
            <a:r>
              <a:rPr lang="en-US" sz="1600" dirty="0"/>
              <a:t>) </a:t>
            </a:r>
            <a:r>
              <a:rPr lang="en-US" sz="1600" b="1" dirty="0"/>
              <a:t>Example:</a:t>
            </a:r>
            <a:r>
              <a:rPr lang="en-US" sz="1600" dirty="0"/>
              <a:t> CodeVision.pdf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Mode: </a:t>
            </a:r>
            <a:r>
              <a:rPr lang="en-US" sz="1600" dirty="0"/>
              <a:t>Submit your PPT via the </a:t>
            </a:r>
            <a:r>
              <a:rPr lang="en-US" sz="1600" b="1" dirty="0" err="1"/>
              <a:t>HackfiniX</a:t>
            </a:r>
            <a:r>
              <a:rPr lang="en-US" sz="1600" b="1" dirty="0"/>
              <a:t> 2026 microsite on Unstop.</a:t>
            </a: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b="1" dirty="0"/>
              <a:t>Deadline: </a:t>
            </a:r>
            <a:r>
              <a:rPr lang="en-US" sz="1600" dirty="0"/>
              <a:t>30 April, 2026 (11:59 PM).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Idea Submission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Each team can submit </a:t>
            </a:r>
            <a:r>
              <a:rPr lang="en-US" sz="1600" b="1" dirty="0"/>
              <a:t>up to 02 ideas only.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The same </a:t>
            </a:r>
            <a:r>
              <a:rPr lang="en-US" sz="1600" b="1" dirty="0"/>
              <a:t>template must be reused </a:t>
            </a:r>
            <a:r>
              <a:rPr lang="en-US" sz="1600" dirty="0"/>
              <a:t>for the second idea.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PPT Structure (Mandatory Slides)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01: </a:t>
            </a:r>
            <a:r>
              <a:rPr lang="en-US" sz="1600" dirty="0"/>
              <a:t>Team Details  (Only once at the beginning)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02: </a:t>
            </a:r>
            <a:r>
              <a:rPr lang="en-US" sz="1600" dirty="0"/>
              <a:t>Problem Statement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03: </a:t>
            </a:r>
            <a:r>
              <a:rPr lang="en-US" sz="1600" dirty="0"/>
              <a:t>Proposed Solution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04: </a:t>
            </a:r>
            <a:r>
              <a:rPr lang="en-US" sz="1600" dirty="0"/>
              <a:t>Technology Stack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05: </a:t>
            </a:r>
            <a:r>
              <a:rPr lang="en-US" sz="1600" dirty="0"/>
              <a:t>Implementation Plan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06: </a:t>
            </a:r>
            <a:r>
              <a:rPr lang="en-US" sz="1600" dirty="0"/>
              <a:t>Impact &amp; Feasibility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Optional Slides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Slides 7-8 (Optional): </a:t>
            </a:r>
            <a:r>
              <a:rPr lang="en-US" sz="1600" dirty="0"/>
              <a:t>Use these slides to showcase additional details, UI/diagrams, use cases, or future enhancements.</a:t>
            </a:r>
          </a:p>
          <a:p>
            <a:pPr>
              <a:spcBef>
                <a:spcPts val="0"/>
              </a:spcBef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Important: </a:t>
            </a:r>
            <a:r>
              <a:rPr lang="en-US" sz="1600" dirty="0"/>
              <a:t>Follow the given template strictly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i="1" dirty="0"/>
              <a:t>Non-adherence to guidelines may affect shortlisting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56864-D38E-FF2D-D7AB-AB607781F031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6E9E4-0C8A-A228-6E67-E702B334C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46484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9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81F-6A95-9BE7-2CA3-330F94D1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690A-AE08-D29E-8ADC-15F92778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4613C-2FB3-8FA8-26F3-57FD7648F2CC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2B1F32-441A-FAF6-BB6C-AFC4880E58F7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7" y="209899"/>
            <a:ext cx="7175795" cy="40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Track: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1EE85-705C-10CE-46EB-3F4609DA9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5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5BA-3F7C-CABE-7862-2DAD632E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F56-A0BD-A31C-6AA0-8B16BA26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0324-CADA-EF6E-C935-AB0BA766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your idea/solution?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003AD-3CA3-5FBF-C60A-BEFB90B11F3A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83E54-80CD-6680-1094-D9183452D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4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70CF-1248-F56F-9FF9-F3F0ABBD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1B9B-802E-4142-25E4-42D521C4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B22D-7EB4-9CB0-A5F0-E0C456473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tools, frameworks, and technologies you plan to 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F57F2-D8A7-A417-0845-E1934EE68C30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32691-F943-8283-C47D-40897F2A4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6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83BC-9988-5B9F-E0ED-A49FA0DC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C358-93D3-1CF6-FC27-E1B9AFB9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18F-F649-3036-152B-61BC140A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Step-by-step explanation of how the system works.</a:t>
            </a:r>
          </a:p>
          <a:p>
            <a:r>
              <a:rPr lang="en-US" dirty="0"/>
              <a:t>From input → processing → output.</a:t>
            </a:r>
          </a:p>
          <a:p>
            <a:r>
              <a:rPr lang="en-US" dirty="0"/>
              <a:t>Include flow diagram/architecture (recommended).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D3457-EA1A-13A5-3185-6B373901FECD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370AE-1551-A122-A687-DDD621A0C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A11E-A048-5A3C-2513-2755734A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0717-743B-3263-DBD0-7FA90B2B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6993-1F50-5743-BA74-331B925B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What real-world problem does it solve?</a:t>
            </a:r>
          </a:p>
          <a:p>
            <a:r>
              <a:rPr lang="en-US" dirty="0"/>
              <a:t>Who benefits?</a:t>
            </a:r>
          </a:p>
          <a:p>
            <a:r>
              <a:rPr lang="en-US" dirty="0"/>
              <a:t>What change will it bring?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F445B-7573-547A-C3DF-95CB78B985B6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D28C6-CF2D-1F24-78E8-E4F9A8B78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3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297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PowerPoint Presentation</vt:lpstr>
      <vt:lpstr>Guidelines (This slide is to be discarded before submission)</vt:lpstr>
      <vt:lpstr>Problem Title</vt:lpstr>
      <vt:lpstr>Proposed Solution</vt:lpstr>
      <vt:lpstr>Technology Stack</vt:lpstr>
      <vt:lpstr>Implementation Plan</vt:lpstr>
      <vt:lpstr>Impact &amp; Feasibility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Alkuri</dc:creator>
  <cp:lastModifiedBy>Pooja Alkuri</cp:lastModifiedBy>
  <cp:revision>5</cp:revision>
  <dcterms:created xsi:type="dcterms:W3CDTF">2026-03-27T05:51:14Z</dcterms:created>
  <dcterms:modified xsi:type="dcterms:W3CDTF">2026-04-08T07:46:50Z</dcterms:modified>
</cp:coreProperties>
</file>